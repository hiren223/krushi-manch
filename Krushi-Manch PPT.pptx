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</p:embeddedFont>
    <p:embeddedFont>
      <p:font typeface="Roboto Medium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94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Krushi Manch: Empowering Farmers Through Digital Innovation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Krushi Manch is a digital platform revolutionizing agriculture in India, empowering farmers with the tools and resources they need to thrive.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2E0CE-D62B-4E83-9037-88391DF99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E89AB9-001E-0F8E-B521-2146A3A92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51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Market Price Transparency: Real-Time Access to Latest Prices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Empowering Farmers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can instantly access the latest market prices for their produce, allowing them to make informed decisions about when and where to sell.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170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Fair Prices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751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 in market prices helps to ensure fair prices for farmers, protecting them from exploitation and ensuring they receive a fair return on their hard work.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9DDFB-F282-B04C-B6FA-2413C1C12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5C24E9-E000-B200-6795-2E7DE8CB7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314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Direct Farmer-to-Buyer Connections: Streamlining the Supply Chain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779639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4014073"/>
            <a:ext cx="2987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Simplified Transactions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504492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can connect directly with buyers, eliminating intermediaries and reducing costs, making their produce more accessible and affordable.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779639"/>
            <a:ext cx="3664863" cy="3136702"/>
          </a:xfrm>
          <a:prstGeom prst="roundRect">
            <a:avLst>
              <a:gd name="adj" fmla="val 303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4014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Efficient Sales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4504492"/>
            <a:ext cx="319599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Krushi Manch provides a platform for farmers to showcase their produce, connect with potential buyers, and negotiate sales, leading to greater efficiency.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65DD80-F584-5C29-F589-94AA8DE49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4CB61E-6620-2B17-BFE5-AAA6B09F3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1364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Agricultural Equipment Rental: Improving Efficiency and Productivity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8014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773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Reduced Costs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264348"/>
            <a:ext cx="36080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can rent agricultural equipment like tractors, harvesters, and tillers, eliminating the need for expensive upfront purchases.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21" y="398014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4773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Enhanced Productivity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5264348"/>
            <a:ext cx="360818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modern equipment empowers farmers to work more efficiently, increasing their productivity and yields.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727DD9-50A4-BB04-95DF-F54C1A93E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30342E-BA5B-8FA7-5C42-65378BEB30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086" y="842605"/>
            <a:ext cx="7773829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Farmer Support Services: Providing Valuable Resources and Guidance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967264" y="2359700"/>
            <a:ext cx="22860" cy="5027295"/>
          </a:xfrm>
          <a:prstGeom prst="roundRect">
            <a:avLst>
              <a:gd name="adj" fmla="val 359675"/>
            </a:avLst>
          </a:prstGeom>
          <a:solidFill>
            <a:srgbClr val="313E80"/>
          </a:solidFill>
          <a:ln/>
        </p:spPr>
      </p:sp>
      <p:sp>
        <p:nvSpPr>
          <p:cNvPr id="5" name="Shape 2"/>
          <p:cNvSpPr/>
          <p:nvPr/>
        </p:nvSpPr>
        <p:spPr>
          <a:xfrm>
            <a:off x="1176040" y="2788563"/>
            <a:ext cx="685086" cy="22860"/>
          </a:xfrm>
          <a:prstGeom prst="roundRect">
            <a:avLst>
              <a:gd name="adj" fmla="val 359675"/>
            </a:avLst>
          </a:prstGeom>
          <a:solidFill>
            <a:srgbClr val="313E80"/>
          </a:solidFill>
          <a:ln/>
        </p:spPr>
      </p:sp>
      <p:sp>
        <p:nvSpPr>
          <p:cNvPr id="6" name="Shape 3"/>
          <p:cNvSpPr/>
          <p:nvPr/>
        </p:nvSpPr>
        <p:spPr>
          <a:xfrm>
            <a:off x="758488" y="2579846"/>
            <a:ext cx="440412" cy="44041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5171" y="2653189"/>
            <a:ext cx="166926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055376" y="2555438"/>
            <a:ext cx="244697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Expert Advice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5376" y="2978587"/>
            <a:ext cx="6403538" cy="939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Krushi Manch offers access to expert advice from agricultural specialists, providing farmers with guidance on best practices and crop management.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76040" y="4738330"/>
            <a:ext cx="685086" cy="22860"/>
          </a:xfrm>
          <a:prstGeom prst="roundRect">
            <a:avLst>
              <a:gd name="adj" fmla="val 359675"/>
            </a:avLst>
          </a:prstGeom>
          <a:solidFill>
            <a:srgbClr val="313E80"/>
          </a:solidFill>
          <a:ln/>
        </p:spPr>
      </p:sp>
      <p:sp>
        <p:nvSpPr>
          <p:cNvPr id="11" name="Shape 8"/>
          <p:cNvSpPr/>
          <p:nvPr/>
        </p:nvSpPr>
        <p:spPr>
          <a:xfrm>
            <a:off x="758488" y="4529614"/>
            <a:ext cx="440412" cy="44041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5171" y="4602956"/>
            <a:ext cx="166926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055376" y="4505206"/>
            <a:ext cx="244697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Knowledge Sharing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55376" y="4928354"/>
            <a:ext cx="6403538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can connect with other farmers to exchange knowledge, share experiences, and learn from each other's successes.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76040" y="6374963"/>
            <a:ext cx="685086" cy="22860"/>
          </a:xfrm>
          <a:prstGeom prst="roundRect">
            <a:avLst>
              <a:gd name="adj" fmla="val 359675"/>
            </a:avLst>
          </a:prstGeom>
          <a:solidFill>
            <a:srgbClr val="313E80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488" y="6166247"/>
            <a:ext cx="440412" cy="44041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5171" y="6239589"/>
            <a:ext cx="166926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2055376" y="6141839"/>
            <a:ext cx="244697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Market Updates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55376" y="6564987"/>
            <a:ext cx="6403538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Krushi Manch provides real-time updates on market trends, weather conditions, and agricultural policies, enabling farmers to stay informed.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7483F9-1BD6-DB73-F15C-8F0AE6826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84D0B7-1357-5032-9469-D8937FA85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785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Expanding Reach: Connecting Rural Communities to Wider Markets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24357"/>
            <a:ext cx="1134070" cy="20327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651171"/>
            <a:ext cx="29606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Broader Market Access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4141589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can connect with buyers across the country, expanding their market reach and finding new opportunities for their produce.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57111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5683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Increased Demand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6174343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Krushi Manch creates a wider demand for farmers' produce, ensuring that they can sell their crops at profitable prices.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9FFEB7-61A2-C75E-4A4B-6C85DA503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649692-706A-DD90-280A-9B86D807C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645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Data-Driven Insights: Informing Farmers' Decision-Making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36300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4768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Yield Optimization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258514"/>
            <a:ext cx="36080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can use data to optimize their yields, identifying patterns in weather, soil conditions, and crop performance.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3736300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4768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Improved Profits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5258514"/>
            <a:ext cx="360818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decision-making empowers farmers to make more informed choices, leading to increased profits and financial security.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85DAB7-F28D-15BF-CD86-6EBD10F47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456" y="7571677"/>
            <a:ext cx="2205391" cy="6588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A65114-8C4A-E4AB-8C6D-C303D354C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0105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         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27114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83667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            Thank You</a:t>
            </a:r>
            <a:endParaRPr lang="en-US" sz="8900" dirty="0"/>
          </a:p>
        </p:txBody>
      </p:sp>
      <p:sp>
        <p:nvSpPr>
          <p:cNvPr id="5" name="Text 3"/>
          <p:cNvSpPr/>
          <p:nvPr/>
        </p:nvSpPr>
        <p:spPr>
          <a:xfrm>
            <a:off x="793790" y="51723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903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4084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70264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598899-63EC-0570-2066-E6D2D483B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088" y="7541756"/>
            <a:ext cx="2495312" cy="680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411</Words>
  <Application>Microsoft Office PowerPoint</Application>
  <PresentationFormat>Custom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Roboto</vt:lpstr>
      <vt:lpstr>Roboto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 Satapara</cp:lastModifiedBy>
  <cp:revision>3</cp:revision>
  <dcterms:created xsi:type="dcterms:W3CDTF">2025-01-27T05:47:27Z</dcterms:created>
  <dcterms:modified xsi:type="dcterms:W3CDTF">2025-01-27T06:28:31Z</dcterms:modified>
</cp:coreProperties>
</file>